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bhaargav" userId="e8e84840154ce765" providerId="LiveId" clId="{FA00A53D-0D7A-40C6-A7E6-9596BBF7529A}"/>
    <pc:docChg chg="modSld">
      <pc:chgData name="sanjay bhaargav" userId="e8e84840154ce765" providerId="LiveId" clId="{FA00A53D-0D7A-40C6-A7E6-9596BBF7529A}" dt="2026-09-12T03:48:47.386" v="130" actId="403"/>
      <pc:docMkLst>
        <pc:docMk/>
      </pc:docMkLst>
      <pc:sldChg chg="modSp mod">
        <pc:chgData name="sanjay bhaargav" userId="e8e84840154ce765" providerId="LiveId" clId="{FA00A53D-0D7A-40C6-A7E6-9596BBF7529A}" dt="2026-09-12T03:48:47.386" v="130" actId="403"/>
        <pc:sldMkLst>
          <pc:docMk/>
          <pc:sldMk cId="0" sldId="256"/>
        </pc:sldMkLst>
        <pc:spChg chg="mod">
          <ac:chgData name="sanjay bhaargav" userId="e8e84840154ce765" providerId="LiveId" clId="{FA00A53D-0D7A-40C6-A7E6-9596BBF7529A}" dt="2026-09-12T03:48:47.386" v="130" actId="403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28:56.634" v="63" actId="403"/>
        <pc:sldMkLst>
          <pc:docMk/>
          <pc:sldMk cId="0" sldId="257"/>
        </pc:sldMkLst>
        <pc:spChg chg="mod">
          <ac:chgData name="sanjay bhaargav" userId="e8e84840154ce765" providerId="LiveId" clId="{FA00A53D-0D7A-40C6-A7E6-9596BBF7529A}" dt="2026-09-12T03:28:56.634" v="63" actId="403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15:35.931" v="56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29:53.218" v="75" actId="12"/>
        <pc:sldMkLst>
          <pc:docMk/>
          <pc:sldMk cId="0" sldId="258"/>
        </pc:sldMkLst>
        <pc:spChg chg="mod">
          <ac:chgData name="sanjay bhaargav" userId="e8e84840154ce765" providerId="LiveId" clId="{FA00A53D-0D7A-40C6-A7E6-9596BBF7529A}" dt="2026-09-12T03:29:04.052" v="66" actId="403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29:53.218" v="75" actId="1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30:07.660" v="78" actId="403"/>
        <pc:sldMkLst>
          <pc:docMk/>
          <pc:sldMk cId="0" sldId="259"/>
        </pc:sldMkLst>
        <pc:spChg chg="mod">
          <ac:chgData name="sanjay bhaargav" userId="e8e84840154ce765" providerId="LiveId" clId="{FA00A53D-0D7A-40C6-A7E6-9596BBF7529A}" dt="2026-09-12T03:29:09.619" v="69" actId="403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0:07.660" v="78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30:26.331" v="86" actId="403"/>
        <pc:sldMkLst>
          <pc:docMk/>
          <pc:sldMk cId="0" sldId="260"/>
        </pc:sldMkLst>
        <pc:spChg chg="mod">
          <ac:chgData name="sanjay bhaargav" userId="e8e84840154ce765" providerId="LiveId" clId="{FA00A53D-0D7A-40C6-A7E6-9596BBF7529A}" dt="2026-09-12T03:29:16.040" v="72" actId="403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0:26.331" v="86" actId="40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30:37.724" v="91" actId="403"/>
        <pc:sldMkLst>
          <pc:docMk/>
          <pc:sldMk cId="0" sldId="261"/>
        </pc:sldMkLst>
        <pc:spChg chg="mod">
          <ac:chgData name="sanjay bhaargav" userId="e8e84840154ce765" providerId="LiveId" clId="{FA00A53D-0D7A-40C6-A7E6-9596BBF7529A}" dt="2026-09-12T03:29:21.095" v="74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0:37.724" v="91" actId="403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31:19.058" v="101" actId="14100"/>
        <pc:sldMkLst>
          <pc:docMk/>
          <pc:sldMk cId="0" sldId="262"/>
        </pc:sldMkLst>
        <pc:spChg chg="mod">
          <ac:chgData name="sanjay bhaargav" userId="e8e84840154ce765" providerId="LiveId" clId="{FA00A53D-0D7A-40C6-A7E6-9596BBF7529A}" dt="2026-09-12T03:30:48.649" v="95" actId="403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0:58.728" v="9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1:05.092" v="98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1:13.560" v="100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1:19.058" v="101" actId="14100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31:33.623" v="110" actId="403"/>
        <pc:sldMkLst>
          <pc:docMk/>
          <pc:sldMk cId="0" sldId="263"/>
        </pc:sldMkLst>
        <pc:spChg chg="mod">
          <ac:chgData name="sanjay bhaargav" userId="e8e84840154ce765" providerId="LiveId" clId="{FA00A53D-0D7A-40C6-A7E6-9596BBF7529A}" dt="2026-09-12T03:31:33.623" v="110" actId="403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1:28.758" v="106" actId="404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32:08.778" v="119" actId="403"/>
        <pc:sldMkLst>
          <pc:docMk/>
          <pc:sldMk cId="0" sldId="264"/>
        </pc:sldMkLst>
        <pc:spChg chg="mod">
          <ac:chgData name="sanjay bhaargav" userId="e8e84840154ce765" providerId="LiveId" clId="{FA00A53D-0D7A-40C6-A7E6-9596BBF7529A}" dt="2026-09-12T03:32:08.778" v="119" actId="403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2:01.729" v="117" actId="404"/>
          <ac:spMkLst>
            <pc:docMk/>
            <pc:sldMk cId="0" sldId="264"/>
            <ac:spMk id="3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1:51.656" v="114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1:55.547" v="115" actId="1076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sanjay bhaargav" userId="e8e84840154ce765" providerId="LiveId" clId="{FA00A53D-0D7A-40C6-A7E6-9596BBF7529A}" dt="2026-09-12T03:32:20.878" v="126" actId="403"/>
        <pc:sldMkLst>
          <pc:docMk/>
          <pc:sldMk cId="0" sldId="265"/>
        </pc:sldMkLst>
        <pc:spChg chg="mod">
          <ac:chgData name="sanjay bhaargav" userId="e8e84840154ce765" providerId="LiveId" clId="{FA00A53D-0D7A-40C6-A7E6-9596BBF7529A}" dt="2026-09-12T03:32:15.832" v="123" actId="403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njay bhaargav" userId="e8e84840154ce765" providerId="LiveId" clId="{FA00A53D-0D7A-40C6-A7E6-9596BBF7529A}" dt="2026-09-12T03:32:20.878" v="126" actId="403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81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6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69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9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5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9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0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8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5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28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7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5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39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33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68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68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877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7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04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Software Bug Prediction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2473" y="2743200"/>
            <a:ext cx="9668032" cy="22621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24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 PROJECT</a:t>
            </a:r>
          </a:p>
          <a:p>
            <a:pPr algn="ctr">
              <a:spcAft>
                <a:spcPts val="10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Sanjay • Rishikesh • Rahul • Aasrith</a:t>
            </a:r>
          </a:p>
          <a:p>
            <a:pPr algn="ctr">
              <a:spcAft>
                <a:spcPts val="10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2420030014 242030012 2420030368 2420030573</a:t>
            </a:r>
          </a:p>
          <a:p>
            <a:pPr algn="ctr">
              <a:spcAft>
                <a:spcPts val="10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Bhavya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0860" y="274320"/>
            <a:ext cx="441980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60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75509"/>
            <a:ext cx="107899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projects may contain bugs that are difficult to identify early.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bug detection and testing can require significant time and effort.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metrics can be used to learn patterns associated with defective modules.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predict whether a software component is likely to contain a bug.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84571" y="274320"/>
            <a:ext cx="25923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600" dirty="0"/>
              <a:t>Objectives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271847"/>
            <a:ext cx="1078992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prepare software-metric data for prediction.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machine-learning model using the prepared dataset.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prediction module that accepts software-metric values as input.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simple bug / no-bug prediction.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prediction module using actual project data.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interface for users to interact with the prediction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2487" y="274320"/>
            <a:ext cx="35365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600"/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identification mainly depends on manual testing, code review and repeated execution.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is often performed after substantial development work is completed.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defects late can increase debugging effort and development cost.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do not automatically learn from historical software-metric data.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predictive approach can help identify potentially defective components earlier.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2457" y="274320"/>
            <a:ext cx="39966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600"/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to learn patterns from software-metric data.</a:t>
            </a:r>
          </a:p>
          <a:p>
            <a:pPr>
              <a:spcAft>
                <a:spcPts val="1200"/>
              </a:spcAft>
              <a:defRPr sz="20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trained model to predict the bug status of new input data.</a:t>
            </a:r>
          </a:p>
          <a:p>
            <a:pPr>
              <a:spcAft>
                <a:spcPts val="1200"/>
              </a:spcAft>
              <a:defRPr sz="20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dedicated prediction module accepts metric values and produces a simple result.</a:t>
            </a:r>
          </a:p>
          <a:p>
            <a:pPr>
              <a:spcAft>
                <a:spcPts val="1200"/>
              </a:spcAft>
              <a:defRPr sz="20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is performed using the actual trained model and project repository.</a:t>
            </a:r>
          </a:p>
          <a:p>
            <a:pPr>
              <a:spcAft>
                <a:spcPts val="1200"/>
              </a:spcAft>
              <a:defRPr sz="20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interface can make the prediction process easier for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7753" y="274320"/>
            <a:ext cx="34660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200" dirty="0"/>
              <a:t>Technology</a:t>
            </a:r>
            <a:r>
              <a:rPr dirty="0"/>
              <a:t>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Trained classification model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Handling: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(.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model)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Software-metric dataset / ARFF input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Version Control: Git and GitHub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Libraries: Pandas and other Python ML libraries used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9111" y="274320"/>
            <a:ext cx="244329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4000" dirty="0"/>
              <a:t>Workflow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20040" y="2331720"/>
            <a:ext cx="1325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Software</a:t>
            </a:r>
          </a:p>
          <a:p>
            <a:pPr algn="ctr">
              <a:defRPr sz="1400" b="1"/>
            </a:pPr>
            <a:r>
              <a:t>Metrics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27631" y="2633472"/>
            <a:ext cx="32004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47671" y="2331720"/>
            <a:ext cx="1502539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/>
              <a:t>Data</a:t>
            </a:r>
          </a:p>
          <a:p>
            <a:pPr algn="ctr">
              <a:defRPr sz="1400" b="1"/>
            </a:pPr>
            <a:r>
              <a:rPr dirty="0"/>
              <a:t>Preprocessing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84787" y="2633472"/>
            <a:ext cx="32004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48456" y="2331720"/>
            <a:ext cx="1325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ML Model</a:t>
            </a:r>
          </a:p>
          <a:p>
            <a:pPr algn="ctr">
              <a:defRPr sz="1400" b="1"/>
            </a:pPr>
            <a:r>
              <a:t>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74336" y="2633472"/>
            <a:ext cx="446076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312664" y="2331720"/>
            <a:ext cx="1325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Saved</a:t>
            </a:r>
          </a:p>
          <a:p>
            <a:pPr algn="ctr">
              <a:defRPr sz="1400" b="1"/>
            </a:pPr>
            <a:r>
              <a:t>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20254" y="2633472"/>
            <a:ext cx="356617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76872" y="2331720"/>
            <a:ext cx="1325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Prediction</a:t>
            </a:r>
          </a:p>
          <a:p>
            <a:pPr algn="ctr">
              <a:defRPr sz="1400" b="1"/>
            </a:pPr>
            <a:r>
              <a:t>Module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84464" y="2633472"/>
            <a:ext cx="32004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2331720"/>
            <a:ext cx="1325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Bug / No-Bug</a:t>
            </a:r>
          </a:p>
          <a:p>
            <a:pPr algn="ctr">
              <a:defRPr sz="1400" b="1"/>
            </a:pPr>
            <a:r>
              <a:t>Result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48672" y="2633472"/>
            <a:ext cx="32004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305288" y="2331720"/>
            <a:ext cx="13258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Streamlit</a:t>
            </a:r>
          </a:p>
          <a:p>
            <a:pPr algn="ctr">
              <a:defRPr sz="1400" b="1"/>
            </a:pPr>
            <a:r>
              <a:t>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1246" y="274320"/>
            <a:ext cx="22990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4000"/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&amp; Preprocessing Module – prepares software-metric data.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 Module – trains and saves the prediction model.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Prediction Module – loads the trained model and predicts bug status.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Testing Module – verifies prediction using actual inputs and records results.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Interface Module – provides a simple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</a:p>
          <a:p>
            <a:pPr>
              <a:spcAft>
                <a:spcPts val="1200"/>
              </a:spcAft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Documentation &amp; GitHub Module – maintains project files, testing evidence and version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72478" y="274320"/>
            <a:ext cx="781656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200" dirty="0"/>
              <a:t>Implementation</a:t>
            </a:r>
            <a:r>
              <a:rPr dirty="0"/>
              <a:t> – Work Completed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development and training completed by the ML module owner.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is saved as: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bug_prediction_model.joblib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 is being integrated to accept software-metric inputs.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documentation is being prepared using the actual repository output.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integration is used to combine the work of all team members.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integration step: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+ final documentation.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4506484"/>
            <a:ext cx="2057400" cy="12344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/>
              <a:t>Insert ML Model Screenshot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9281160" y="4506484"/>
            <a:ext cx="2057400" cy="12344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/>
              <a:t>Insert Prediction Output 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0880" y="274320"/>
            <a:ext cx="56797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4000" dirty="0"/>
              <a:t>Conclusion</a:t>
            </a:r>
            <a:r>
              <a:rPr dirty="0"/>
              <a:t>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The project is developing a machine-learning based system for predicting software bugs from software metrics.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 Model training is completed; prediction and testing are being integrated.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model performance using additional datasets and tuning.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a complete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multiple machine-learning algorithms.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confidence/probability and better visualization of predictions.</a:t>
            </a:r>
          </a:p>
          <a:p>
            <a:pPr>
              <a:spcAft>
                <a:spcPts val="1200"/>
              </a:spcAft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the system for practical software-quality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65</TotalTime>
  <Words>595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Times New Roman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sanjay bhaargav</cp:lastModifiedBy>
  <cp:revision>1</cp:revision>
  <dcterms:created xsi:type="dcterms:W3CDTF">2013-01-27T09:14:16Z</dcterms:created>
  <dcterms:modified xsi:type="dcterms:W3CDTF">2026-09-12T04:07:22Z</dcterms:modified>
  <cp:category/>
</cp:coreProperties>
</file>